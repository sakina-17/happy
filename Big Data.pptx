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5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775d7e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775d7ef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775d7ef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775d7ef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775d7ef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775d7ef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775d7ef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775d7ef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775d7ef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775d7ef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775d7ef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775d7ef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775d7ef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775d7ef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3775d7ef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3775d7ef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3775d7ef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3775d7ef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775d7ef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775d7ef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775d7ef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775d7ef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98f6f53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98f6f53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775d7ef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3775d7ef1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775d7ef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775d7ef1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775d7ef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3775d7ef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775d7ef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3775d7ef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3775d7ef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3775d7ef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3775d7ef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3775d7ef1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3775d7ef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3775d7ef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3775d7ef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3775d7ef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3775d7ef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3775d7ef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3775d7ef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3775d7ef1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98f6f536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98f6f536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3775d7ef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3775d7ef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3775d7ef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3775d7ef1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3775d7ef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3775d7ef1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3775d7ef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3775d7ef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3775d7ef1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3775d7ef1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3775d7ef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3775d7ef1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3775d7ef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3775d7ef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3775d7ef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3775d7ef1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3775d7ef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3775d7ef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3775d7ef1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3775d7ef1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3775d7ef1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3775d7ef1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3775d7ef1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3775d7ef1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3775d7ef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3775d7ef1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3775d7ef1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3775d7ef1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3775d7ef1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3775d7ef1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98f6f536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98f6f536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3775d7ef1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3775d7ef1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98f6f536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98f6f536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98f6f536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98f6f536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3775d7ef1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3775d7ef1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3775d7ef1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3775d7ef1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3775d7ef1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a3775d7ef1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3775d7ef1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3775d7ef1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3775d7ef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3775d7ef1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3775d7ef1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3775d7ef1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3775d7ef1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3775d7ef1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3775d7ef1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3775d7ef1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3775d7ef1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3775d7ef1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3775d7ef1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3775d7ef1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3775d7ef1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3775d7ef1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3775d7ef1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3775d7ef1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Analytics &amp; Mining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From Previous Experiences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Analytics</a:t>
            </a:r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is the process of </a:t>
            </a:r>
            <a:r>
              <a:rPr lang="en" b="1"/>
              <a:t>collecting</a:t>
            </a:r>
            <a:r>
              <a:rPr lang="en"/>
              <a:t>, </a:t>
            </a:r>
            <a:r>
              <a:rPr lang="en" b="1"/>
              <a:t>analyzing</a:t>
            </a:r>
            <a:r>
              <a:rPr lang="en"/>
              <a:t>, and </a:t>
            </a:r>
            <a:r>
              <a:rPr lang="en" b="1"/>
              <a:t>interpreting </a:t>
            </a:r>
            <a:r>
              <a:rPr lang="en"/>
              <a:t>data to discover </a:t>
            </a:r>
            <a:r>
              <a:rPr lang="en" b="1"/>
              <a:t>patterns</a:t>
            </a:r>
            <a:r>
              <a:rPr lang="en"/>
              <a:t>, </a:t>
            </a:r>
            <a:r>
              <a:rPr lang="en" b="1"/>
              <a:t>trends</a:t>
            </a:r>
            <a:r>
              <a:rPr lang="en"/>
              <a:t>, and </a:t>
            </a:r>
            <a:r>
              <a:rPr lang="en" b="1"/>
              <a:t>insights </a:t>
            </a:r>
            <a:r>
              <a:rPr lang="en"/>
              <a:t>that help in making better decisions.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involves: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collection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Cleaning and processing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patterns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Making predictions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Helping decision-making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Analytics can be used in business, healthcare, sports, finance, government, and almost every field.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7" name="Google Shape;2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4" name="Google Shape;2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1" name="Google Shape;2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8" name="Google Shape;2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5" name="Google Shape;2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2" name="Google Shape;2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6" name="Google Shape;27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3" name="Google Shape;2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0" name="Google Shape;2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4" name="Google Shape;3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11" name="Google Shape;3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18" name="Google Shape;31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Summary</a:t>
            </a:r>
            <a:endParaRPr/>
          </a:p>
        </p:txBody>
      </p:sp>
      <p:sp>
        <p:nvSpPr>
          <p:cNvPr id="324" name="Google Shape;324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The Big Data Analytics Lifecycle includes the following steps: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Case Evaluation – define the problem.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Identification – select required data.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Acquisition &amp; Filtering – collect and filter data.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Extraction – extract useful information.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Validation &amp; Cleansing – clean and correct data.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Aggregation &amp; Representation – combine and structure data.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Analysis – apply analytics methods to find insights.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Visualisation – present results visually.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Utilisation of Analysis Results – use insights for decision-making.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31" name="Google Shape;3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Classification</a:t>
            </a:r>
            <a:endParaRPr/>
          </a:p>
        </p:txBody>
      </p:sp>
      <p:sp>
        <p:nvSpPr>
          <p:cNvPr id="337" name="Google Shape;337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Exploratory Data Analysis (EDA) : Analogy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EDA is like being a detective exploring a new city you don't know exactly what you'll find, but you're looking for clues and patterns.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Inductive approach. As it start with the data and observe patterns to form theories or hypotheses.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explore the data to develop an initial understanding, find patterns, relationships, and anomalies.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is to generate potential hypotheses from the data.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Data Analysis Classification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Confirmatory Data Analysis (CDA) : Analogy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CDA is like a </a:t>
            </a:r>
            <a:r>
              <a:rPr lang="en" b="1"/>
              <a:t>courtroom </a:t>
            </a:r>
            <a:r>
              <a:rPr lang="en"/>
              <a:t>trial → you have a specific </a:t>
            </a:r>
            <a:r>
              <a:rPr lang="en" b="1"/>
              <a:t>hypothesis </a:t>
            </a:r>
            <a:r>
              <a:rPr lang="en"/>
              <a:t>(the charge) and you use </a:t>
            </a:r>
            <a:r>
              <a:rPr lang="en" b="1"/>
              <a:t>evidence </a:t>
            </a:r>
            <a:r>
              <a:rPr lang="en"/>
              <a:t>(data) and formal </a:t>
            </a:r>
            <a:r>
              <a:rPr lang="en" b="1"/>
              <a:t>rules </a:t>
            </a:r>
            <a:r>
              <a:rPr lang="en"/>
              <a:t>(statistics) to determine if it is true or false.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Deductive approach. You start with a theory or hypothesis and use data to test its validity.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use statistical techniques to determine whether a hypothesis is true or false (e.g, hypothesis testing).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0" name="Google Shape;3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7" name="Google Shape;35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4" name="Google Shape;3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1" name="Google Shape;3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5" name="Google Shape;38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2" name="Google Shape;39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9" name="Google Shape;39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6" name="Google Shape;40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3" name="Google Shape;41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0" name="Google Shape;42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27" name="Google Shape;42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Macintosh PowerPoint</Application>
  <PresentationFormat>On-screen Show (16:9)</PresentationFormat>
  <Paragraphs>33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Arial</vt:lpstr>
      <vt:lpstr>Simple Light</vt:lpstr>
      <vt:lpstr>Big Data Analytics &amp; Mining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From Previous Experiences</vt:lpstr>
      <vt:lpstr>PowerPoint Presentation</vt:lpstr>
      <vt:lpstr>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Summary</vt:lpstr>
      <vt:lpstr>PowerPoint Presentation</vt:lpstr>
      <vt:lpstr>Data Analysis Classification</vt:lpstr>
      <vt:lpstr>Data Analysis Classification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Sakina Maharjan</cp:lastModifiedBy>
  <cp:revision>1</cp:revision>
  <dcterms:modified xsi:type="dcterms:W3CDTF">2026-05-13T14:55:33Z</dcterms:modified>
</cp:coreProperties>
</file>